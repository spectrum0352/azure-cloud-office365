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j0352" userId="3443e0e081d049d0" providerId="LiveId" clId="{8908AA50-465D-4C95-9CEA-B2E521372DF9}"/>
    <pc:docChg chg="undo custSel addSld delSld modSld">
      <pc:chgData name="sandeep j0352" userId="3443e0e081d049d0" providerId="LiveId" clId="{8908AA50-465D-4C95-9CEA-B2E521372DF9}" dt="2025-03-07T15:30:44.946" v="44"/>
      <pc:docMkLst>
        <pc:docMk/>
      </pc:docMkLst>
      <pc:sldChg chg="modSp new mod">
        <pc:chgData name="sandeep j0352" userId="3443e0e081d049d0" providerId="LiveId" clId="{8908AA50-465D-4C95-9CEA-B2E521372DF9}" dt="2025-03-06T11:23:48.933" v="35" actId="21"/>
        <pc:sldMkLst>
          <pc:docMk/>
          <pc:sldMk cId="2470430633" sldId="257"/>
        </pc:sldMkLst>
        <pc:spChg chg="mod">
          <ac:chgData name="sandeep j0352" userId="3443e0e081d049d0" providerId="LiveId" clId="{8908AA50-465D-4C95-9CEA-B2E521372DF9}" dt="2025-03-06T11:23:44.228" v="34" actId="21"/>
          <ac:spMkLst>
            <pc:docMk/>
            <pc:sldMk cId="2470430633" sldId="257"/>
            <ac:spMk id="2" creationId="{DEBB4198-9577-843F-C0E4-11C231C5E4C2}"/>
          </ac:spMkLst>
        </pc:spChg>
        <pc:spChg chg="mod">
          <ac:chgData name="sandeep j0352" userId="3443e0e081d049d0" providerId="LiveId" clId="{8908AA50-465D-4C95-9CEA-B2E521372DF9}" dt="2025-03-06T11:23:48.933" v="35" actId="21"/>
          <ac:spMkLst>
            <pc:docMk/>
            <pc:sldMk cId="2470430633" sldId="257"/>
            <ac:spMk id="3" creationId="{60C94C72-C3A6-8C78-EA99-7DD07BA6CB83}"/>
          </ac:spMkLst>
        </pc:spChg>
      </pc:sldChg>
      <pc:sldChg chg="modSp new mod">
        <pc:chgData name="sandeep j0352" userId="3443e0e081d049d0" providerId="LiveId" clId="{8908AA50-465D-4C95-9CEA-B2E521372DF9}" dt="2025-03-06T11:24:08.454" v="37" actId="21"/>
        <pc:sldMkLst>
          <pc:docMk/>
          <pc:sldMk cId="133123592" sldId="258"/>
        </pc:sldMkLst>
        <pc:spChg chg="mod">
          <ac:chgData name="sandeep j0352" userId="3443e0e081d049d0" providerId="LiveId" clId="{8908AA50-465D-4C95-9CEA-B2E521372DF9}" dt="2025-03-06T11:23:56.709" v="36" actId="21"/>
          <ac:spMkLst>
            <pc:docMk/>
            <pc:sldMk cId="133123592" sldId="258"/>
            <ac:spMk id="2" creationId="{B343EF5D-574F-DD12-C7BA-C38E97B272A8}"/>
          </ac:spMkLst>
        </pc:spChg>
        <pc:spChg chg="mod">
          <ac:chgData name="sandeep j0352" userId="3443e0e081d049d0" providerId="LiveId" clId="{8908AA50-465D-4C95-9CEA-B2E521372DF9}" dt="2025-03-06T11:24:08.454" v="37" actId="21"/>
          <ac:spMkLst>
            <pc:docMk/>
            <pc:sldMk cId="133123592" sldId="258"/>
            <ac:spMk id="3" creationId="{FDF07E60-E767-44F2-016B-506A7C6A5296}"/>
          </ac:spMkLst>
        </pc:spChg>
      </pc:sldChg>
      <pc:sldChg chg="add setBg">
        <pc:chgData name="sandeep j0352" userId="3443e0e081d049d0" providerId="LiveId" clId="{8908AA50-465D-4C95-9CEA-B2E521372DF9}" dt="2025-03-07T15:30:44.946" v="44"/>
        <pc:sldMkLst>
          <pc:docMk/>
          <pc:sldMk cId="864009742" sldId="259"/>
        </pc:sldMkLst>
      </pc:sldChg>
      <pc:sldChg chg="modSp new del mod">
        <pc:chgData name="sandeep j0352" userId="3443e0e081d049d0" providerId="LiveId" clId="{8908AA50-465D-4C95-9CEA-B2E521372DF9}" dt="2025-03-06T11:24:52.057" v="42" actId="47"/>
        <pc:sldMkLst>
          <pc:docMk/>
          <pc:sldMk cId="1249851169" sldId="259"/>
        </pc:sldMkLst>
        <pc:spChg chg="mod">
          <ac:chgData name="sandeep j0352" userId="3443e0e081d049d0" providerId="LiveId" clId="{8908AA50-465D-4C95-9CEA-B2E521372DF9}" dt="2025-03-06T11:24:14.314" v="38" actId="21"/>
          <ac:spMkLst>
            <pc:docMk/>
            <pc:sldMk cId="1249851169" sldId="259"/>
            <ac:spMk id="2" creationId="{AD2AC4B6-E505-99A1-AF02-DD0B4D507570}"/>
          </ac:spMkLst>
        </pc:spChg>
        <pc:spChg chg="mod">
          <ac:chgData name="sandeep j0352" userId="3443e0e081d049d0" providerId="LiveId" clId="{8908AA50-465D-4C95-9CEA-B2E521372DF9}" dt="2025-03-06T11:24:18.131" v="39" actId="21"/>
          <ac:spMkLst>
            <pc:docMk/>
            <pc:sldMk cId="1249851169" sldId="259"/>
            <ac:spMk id="3" creationId="{5501B775-FFF1-5081-B145-F0300C79DF5A}"/>
          </ac:spMkLst>
        </pc:spChg>
      </pc:sldChg>
      <pc:sldChg chg="modSp new del mod">
        <pc:chgData name="sandeep j0352" userId="3443e0e081d049d0" providerId="LiveId" clId="{8908AA50-465D-4C95-9CEA-B2E521372DF9}" dt="2025-03-06T11:24:52.057" v="42" actId="47"/>
        <pc:sldMkLst>
          <pc:docMk/>
          <pc:sldMk cId="4031668622" sldId="260"/>
        </pc:sldMkLst>
        <pc:spChg chg="mod">
          <ac:chgData name="sandeep j0352" userId="3443e0e081d049d0" providerId="LiveId" clId="{8908AA50-465D-4C95-9CEA-B2E521372DF9}" dt="2025-03-06T11:24:40.488" v="40" actId="21"/>
          <ac:spMkLst>
            <pc:docMk/>
            <pc:sldMk cId="4031668622" sldId="260"/>
            <ac:spMk id="2" creationId="{643CC3E9-BFFA-9F56-6D02-5713BAA7D27E}"/>
          </ac:spMkLst>
        </pc:spChg>
        <pc:spChg chg="mod">
          <ac:chgData name="sandeep j0352" userId="3443e0e081d049d0" providerId="LiveId" clId="{8908AA50-465D-4C95-9CEA-B2E521372DF9}" dt="2025-03-06T11:24:43.884" v="41" actId="21"/>
          <ac:spMkLst>
            <pc:docMk/>
            <pc:sldMk cId="4031668622" sldId="260"/>
            <ac:spMk id="3" creationId="{360FACB0-A190-F9CE-BCEF-796BEB8DE5AF}"/>
          </ac:spMkLst>
        </pc:spChg>
      </pc:sldChg>
      <pc:sldChg chg="modSp new del mod">
        <pc:chgData name="sandeep j0352" userId="3443e0e081d049d0" providerId="LiveId" clId="{8908AA50-465D-4C95-9CEA-B2E521372DF9}" dt="2025-03-06T11:24:54.504" v="43" actId="2696"/>
        <pc:sldMkLst>
          <pc:docMk/>
          <pc:sldMk cId="2711484556" sldId="261"/>
        </pc:sldMkLst>
        <pc:spChg chg="mod">
          <ac:chgData name="sandeep j0352" userId="3443e0e081d049d0" providerId="LiveId" clId="{8908AA50-465D-4C95-9CEA-B2E521372DF9}" dt="2025-03-06T11:20:32.386" v="26"/>
          <ac:spMkLst>
            <pc:docMk/>
            <pc:sldMk cId="2711484556" sldId="261"/>
            <ac:spMk id="2" creationId="{E6C9F3B6-CD20-22A8-32A2-6B068859D16D}"/>
          </ac:spMkLst>
        </pc:spChg>
        <pc:spChg chg="mod">
          <ac:chgData name="sandeep j0352" userId="3443e0e081d049d0" providerId="LiveId" clId="{8908AA50-465D-4C95-9CEA-B2E521372DF9}" dt="2025-03-06T11:20:37.845" v="27"/>
          <ac:spMkLst>
            <pc:docMk/>
            <pc:sldMk cId="2711484556" sldId="261"/>
            <ac:spMk id="3" creationId="{6526ADAF-EDAF-223C-CDE7-401FD2975970}"/>
          </ac:spMkLst>
        </pc:spChg>
      </pc:sldChg>
      <pc:sldChg chg="modSp new del mod">
        <pc:chgData name="sandeep j0352" userId="3443e0e081d049d0" providerId="LiveId" clId="{8908AA50-465D-4C95-9CEA-B2E521372DF9}" dt="2025-03-06T11:24:54.504" v="43" actId="2696"/>
        <pc:sldMkLst>
          <pc:docMk/>
          <pc:sldMk cId="3336000094" sldId="262"/>
        </pc:sldMkLst>
        <pc:spChg chg="mod">
          <ac:chgData name="sandeep j0352" userId="3443e0e081d049d0" providerId="LiveId" clId="{8908AA50-465D-4C95-9CEA-B2E521372DF9}" dt="2025-03-06T11:20:43.275" v="29"/>
          <ac:spMkLst>
            <pc:docMk/>
            <pc:sldMk cId="3336000094" sldId="262"/>
            <ac:spMk id="2" creationId="{8B2321C6-5767-C517-783E-9747DCD2AA9F}"/>
          </ac:spMkLst>
        </pc:spChg>
        <pc:spChg chg="mod">
          <ac:chgData name="sandeep j0352" userId="3443e0e081d049d0" providerId="LiveId" clId="{8908AA50-465D-4C95-9CEA-B2E521372DF9}" dt="2025-03-06T11:20:47.068" v="30"/>
          <ac:spMkLst>
            <pc:docMk/>
            <pc:sldMk cId="3336000094" sldId="262"/>
            <ac:spMk id="3" creationId="{2A787766-583A-186B-40A5-C28EE489CCAC}"/>
          </ac:spMkLst>
        </pc:spChg>
      </pc:sldChg>
      <pc:sldChg chg="modSp new del mod">
        <pc:chgData name="sandeep j0352" userId="3443e0e081d049d0" providerId="LiveId" clId="{8908AA50-465D-4C95-9CEA-B2E521372DF9}" dt="2025-03-06T11:24:54.504" v="43" actId="2696"/>
        <pc:sldMkLst>
          <pc:docMk/>
          <pc:sldMk cId="3812204172" sldId="263"/>
        </pc:sldMkLst>
        <pc:spChg chg="mod">
          <ac:chgData name="sandeep j0352" userId="3443e0e081d049d0" providerId="LiveId" clId="{8908AA50-465D-4C95-9CEA-B2E521372DF9}" dt="2025-03-06T11:20:52.244" v="32"/>
          <ac:spMkLst>
            <pc:docMk/>
            <pc:sldMk cId="3812204172" sldId="263"/>
            <ac:spMk id="2" creationId="{DAE9C887-8F8D-4223-9149-CB306D5466E2}"/>
          </ac:spMkLst>
        </pc:spChg>
        <pc:spChg chg="mod">
          <ac:chgData name="sandeep j0352" userId="3443e0e081d049d0" providerId="LiveId" clId="{8908AA50-465D-4C95-9CEA-B2E521372DF9}" dt="2025-03-06T11:20:58.648" v="33"/>
          <ac:spMkLst>
            <pc:docMk/>
            <pc:sldMk cId="3812204172" sldId="263"/>
            <ac:spMk id="3" creationId="{4856ED64-5D6E-E732-960C-7AD6E2F22BF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76EA45-6E06-4B58-8259-3CA5382D35A9}" type="doc">
      <dgm:prSet loTypeId="urn:microsoft.com/office/officeart/2005/8/layout/venn2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564DD35A-5B52-49F1-B6A7-E4970F1B942B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28575">
          <a:solidFill>
            <a:schemeClr val="accent2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000" b="1" dirty="0">
              <a:latin typeface="Segoe UI" panose="020B0502040204020203" pitchFamily="34" charset="0"/>
              <a:cs typeface="Segoe UI" panose="020B0502040204020203" pitchFamily="34" charset="0"/>
            </a:rPr>
            <a:t>Identity and Access Management</a:t>
          </a:r>
        </a:p>
      </dgm:t>
    </dgm:pt>
    <dgm:pt modelId="{D2038598-90C0-46C0-A45B-EC6E999437A0}" type="parTrans" cxnId="{1ED99E0B-7F15-4618-AE80-1D2CB9230CBE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287F03A-C0B2-47D5-B40F-7D8CC45155D3}" type="sibTrans" cxnId="{1ED99E0B-7F15-4618-AE80-1D2CB9230CBE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88FA29D-3DC3-40C0-8C65-0E8E5C8BC8C7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19050">
          <a:solidFill>
            <a:srgbClr val="0070C0"/>
          </a:solidFill>
        </a:ln>
        <a:effectLst/>
      </dgm:spPr>
      <dgm:t>
        <a:bodyPr/>
        <a:lstStyle/>
        <a:p>
          <a:r>
            <a:rPr lang="en-IN" sz="1000" b="1" dirty="0">
              <a:latin typeface="Segoe UI" panose="020B0502040204020203" pitchFamily="34" charset="0"/>
              <a:cs typeface="Segoe UI" panose="020B0502040204020203" pitchFamily="34" charset="0"/>
            </a:rPr>
            <a:t>Perimeter security</a:t>
          </a:r>
        </a:p>
      </dgm:t>
    </dgm:pt>
    <dgm:pt modelId="{E2F6C20D-C59F-43F5-B93E-2BDB649609AB}" type="parTrans" cxnId="{A92ABAAC-6085-4D2D-951C-EAA7EFEAB55A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1DB72F7-FF6D-4078-9F1C-4D772E7A5F20}" type="sibTrans" cxnId="{A92ABAAC-6085-4D2D-951C-EAA7EFEAB55A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A9F30D2-DFAE-42D1-85B6-534CB79FF2F6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9050">
          <a:solidFill>
            <a:srgbClr val="FFC000"/>
          </a:solidFill>
        </a:ln>
        <a:effectLst/>
      </dgm:spPr>
      <dgm:t>
        <a:bodyPr/>
        <a:lstStyle/>
        <a:p>
          <a:r>
            <a:rPr lang="en-IN" sz="1000" b="1" dirty="0">
              <a:latin typeface="Segoe UI" panose="020B0502040204020203" pitchFamily="34" charset="0"/>
              <a:cs typeface="Segoe UI" panose="020B0502040204020203" pitchFamily="34" charset="0"/>
            </a:rPr>
            <a:t>Network Security </a:t>
          </a:r>
        </a:p>
      </dgm:t>
    </dgm:pt>
    <dgm:pt modelId="{D1C3C0DE-DAD9-49B2-B387-00C70359D159}" type="parTrans" cxnId="{B01D7B91-5CEA-4223-81B7-18574065F1E0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DB31AFB-DEEB-453A-BBDF-F2D99B545EEE}" type="sibTrans" cxnId="{B01D7B91-5CEA-4223-81B7-18574065F1E0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939606B-AB07-4311-8E58-DB41A849941A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rgbClr val="00B050"/>
          </a:solidFill>
        </a:ln>
        <a:effectLst/>
      </dgm:spPr>
      <dgm:t>
        <a:bodyPr/>
        <a:lstStyle/>
        <a:p>
          <a:r>
            <a:rPr lang="en-IN" sz="1000" b="1" dirty="0">
              <a:latin typeface="Segoe UI" panose="020B0502040204020203" pitchFamily="34" charset="0"/>
              <a:cs typeface="Segoe UI" panose="020B0502040204020203" pitchFamily="34" charset="0"/>
            </a:rPr>
            <a:t>Endpoint Security</a:t>
          </a:r>
        </a:p>
      </dgm:t>
    </dgm:pt>
    <dgm:pt modelId="{B5DF20BF-4374-4756-8E92-16D357F39921}" type="parTrans" cxnId="{4337038D-B2CE-4795-BBCF-5BB5502346DA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4A6F0D9-7846-4E67-A723-2865DD65D9FA}" type="sibTrans" cxnId="{4337038D-B2CE-4795-BBCF-5BB5502346DA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B0A1E4D-DD66-4BEF-8EA8-AC20978F520A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 w="19050">
          <a:solidFill>
            <a:srgbClr val="7030A0"/>
          </a:solidFill>
        </a:ln>
        <a:effectLst/>
      </dgm:spPr>
      <dgm:t>
        <a:bodyPr/>
        <a:lstStyle/>
        <a:p>
          <a:r>
            <a:rPr lang="en-IN" sz="1000" b="1" dirty="0">
              <a:latin typeface="Segoe UI" panose="020B0502040204020203" pitchFamily="34" charset="0"/>
              <a:cs typeface="Segoe UI" panose="020B0502040204020203" pitchFamily="34" charset="0"/>
            </a:rPr>
            <a:t>Application Security</a:t>
          </a:r>
        </a:p>
      </dgm:t>
    </dgm:pt>
    <dgm:pt modelId="{FDC51346-259C-43C3-9830-5D26C7882417}" type="parTrans" cxnId="{0BB05D71-9F93-4129-AD70-07ECE3D2885F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AFA9E5C-DEF6-483A-B941-47319E0E9EE5}" type="sibTrans" cxnId="{0BB05D71-9F93-4129-AD70-07ECE3D2885F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093B05E-EDC8-47A5-AF46-A1E46422044B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 w="19050"/>
        <a:effectLst/>
      </dgm:spPr>
      <dgm:t>
        <a:bodyPr/>
        <a:lstStyle/>
        <a:p>
          <a:r>
            <a:rPr lang="en-IN" sz="900" b="1" dirty="0">
              <a:latin typeface="Segoe UI" panose="020B0502040204020203" pitchFamily="34" charset="0"/>
              <a:cs typeface="Segoe UI" panose="020B0502040204020203" pitchFamily="34" charset="0"/>
            </a:rPr>
            <a:t>Data Security</a:t>
          </a:r>
        </a:p>
      </dgm:t>
    </dgm:pt>
    <dgm:pt modelId="{5BB5C6E6-1727-49FC-A625-AEB7E1AF5046}" type="parTrans" cxnId="{03E1FA08-45B5-4BF6-B26B-C7ECD7BCC0DA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329A307-FB1A-4466-B680-C4B1D78ED3D8}" type="sibTrans" cxnId="{03E1FA08-45B5-4BF6-B26B-C7ECD7BCC0DA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3A98DB7-D638-4DFE-8759-17C0F27DF5C8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 w="19050"/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000" b="1" dirty="0">
              <a:latin typeface="Segoe UI" panose="020B0502040204020203" pitchFamily="34" charset="0"/>
              <a:cs typeface="Segoe UI" panose="020B0502040204020203" pitchFamily="34" charset="0"/>
            </a:rPr>
            <a:t>Physical security</a:t>
          </a:r>
        </a:p>
      </dgm:t>
    </dgm:pt>
    <dgm:pt modelId="{72812E9A-2EEB-430F-830E-BB7C3FF7164A}" type="parTrans" cxnId="{0784A318-B028-4B1E-9CDD-DF8FA70739F7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11EE6AE-7CA7-40ED-886F-A2FD1E1BCDB6}" type="sibTrans" cxnId="{0784A318-B028-4B1E-9CDD-DF8FA70739F7}">
      <dgm:prSet/>
      <dgm:spPr/>
      <dgm:t>
        <a:bodyPr/>
        <a:lstStyle/>
        <a:p>
          <a:endParaRPr lang="en-IN" sz="1000" b="1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E68F254-92CF-49F3-9540-D28B1E8B12AF}" type="pres">
      <dgm:prSet presAssocID="{E176EA45-6E06-4B58-8259-3CA5382D35A9}" presName="Name0" presStyleCnt="0">
        <dgm:presLayoutVars>
          <dgm:chMax val="7"/>
          <dgm:resizeHandles val="exact"/>
        </dgm:presLayoutVars>
      </dgm:prSet>
      <dgm:spPr/>
    </dgm:pt>
    <dgm:pt modelId="{B4A1B4D4-32E3-47F0-BF18-353615E38DA7}" type="pres">
      <dgm:prSet presAssocID="{E176EA45-6E06-4B58-8259-3CA5382D35A9}" presName="comp1" presStyleCnt="0"/>
      <dgm:spPr/>
    </dgm:pt>
    <dgm:pt modelId="{D4A10DC7-EEE2-4F50-A105-56502FD011D6}" type="pres">
      <dgm:prSet presAssocID="{E176EA45-6E06-4B58-8259-3CA5382D35A9}" presName="circle1" presStyleLbl="node1" presStyleIdx="0" presStyleCnt="7"/>
      <dgm:spPr/>
    </dgm:pt>
    <dgm:pt modelId="{040BE103-4F38-4F9A-A41C-178E9801D792}" type="pres">
      <dgm:prSet presAssocID="{E176EA45-6E06-4B58-8259-3CA5382D35A9}" presName="c1text" presStyleLbl="node1" presStyleIdx="0" presStyleCnt="7">
        <dgm:presLayoutVars>
          <dgm:bulletEnabled val="1"/>
        </dgm:presLayoutVars>
      </dgm:prSet>
      <dgm:spPr/>
    </dgm:pt>
    <dgm:pt modelId="{1E5EFA61-B839-44AA-9895-FB7072BAB8A2}" type="pres">
      <dgm:prSet presAssocID="{E176EA45-6E06-4B58-8259-3CA5382D35A9}" presName="comp2" presStyleCnt="0"/>
      <dgm:spPr/>
    </dgm:pt>
    <dgm:pt modelId="{70D18FA3-DEF3-4138-B67C-063CCA2CDAAA}" type="pres">
      <dgm:prSet presAssocID="{E176EA45-6E06-4B58-8259-3CA5382D35A9}" presName="circle2" presStyleLbl="node1" presStyleIdx="1" presStyleCnt="7"/>
      <dgm:spPr/>
    </dgm:pt>
    <dgm:pt modelId="{54523362-ED14-4DDD-BE1C-A7D66B7E144A}" type="pres">
      <dgm:prSet presAssocID="{E176EA45-6E06-4B58-8259-3CA5382D35A9}" presName="c2text" presStyleLbl="node1" presStyleIdx="1" presStyleCnt="7">
        <dgm:presLayoutVars>
          <dgm:bulletEnabled val="1"/>
        </dgm:presLayoutVars>
      </dgm:prSet>
      <dgm:spPr/>
    </dgm:pt>
    <dgm:pt modelId="{452C65A4-A2A1-48CA-90D3-E23BE05CED8A}" type="pres">
      <dgm:prSet presAssocID="{E176EA45-6E06-4B58-8259-3CA5382D35A9}" presName="comp3" presStyleCnt="0"/>
      <dgm:spPr/>
    </dgm:pt>
    <dgm:pt modelId="{6ABBF570-7031-4423-827E-3E4B0AB1A81C}" type="pres">
      <dgm:prSet presAssocID="{E176EA45-6E06-4B58-8259-3CA5382D35A9}" presName="circle3" presStyleLbl="node1" presStyleIdx="2" presStyleCnt="7"/>
      <dgm:spPr/>
    </dgm:pt>
    <dgm:pt modelId="{110A6C8C-6A6A-44D3-BDAD-FA6B93D80AF8}" type="pres">
      <dgm:prSet presAssocID="{E176EA45-6E06-4B58-8259-3CA5382D35A9}" presName="c3text" presStyleLbl="node1" presStyleIdx="2" presStyleCnt="7">
        <dgm:presLayoutVars>
          <dgm:bulletEnabled val="1"/>
        </dgm:presLayoutVars>
      </dgm:prSet>
      <dgm:spPr/>
    </dgm:pt>
    <dgm:pt modelId="{6C970FA5-775D-40DD-8530-E2E45E230A3E}" type="pres">
      <dgm:prSet presAssocID="{E176EA45-6E06-4B58-8259-3CA5382D35A9}" presName="comp4" presStyleCnt="0"/>
      <dgm:spPr/>
    </dgm:pt>
    <dgm:pt modelId="{41650FEE-2BA9-4A78-9300-AA103394F974}" type="pres">
      <dgm:prSet presAssocID="{E176EA45-6E06-4B58-8259-3CA5382D35A9}" presName="circle4" presStyleLbl="node1" presStyleIdx="3" presStyleCnt="7"/>
      <dgm:spPr/>
    </dgm:pt>
    <dgm:pt modelId="{15CD5650-BE26-45EC-A7EA-54A2F8107ED6}" type="pres">
      <dgm:prSet presAssocID="{E176EA45-6E06-4B58-8259-3CA5382D35A9}" presName="c4text" presStyleLbl="node1" presStyleIdx="3" presStyleCnt="7">
        <dgm:presLayoutVars>
          <dgm:bulletEnabled val="1"/>
        </dgm:presLayoutVars>
      </dgm:prSet>
      <dgm:spPr/>
    </dgm:pt>
    <dgm:pt modelId="{B1497B54-9770-48B8-9544-8EBCA0C77809}" type="pres">
      <dgm:prSet presAssocID="{E176EA45-6E06-4B58-8259-3CA5382D35A9}" presName="comp5" presStyleCnt="0"/>
      <dgm:spPr/>
    </dgm:pt>
    <dgm:pt modelId="{E33EF7D6-60E6-4784-A984-0F54ABB9FA77}" type="pres">
      <dgm:prSet presAssocID="{E176EA45-6E06-4B58-8259-3CA5382D35A9}" presName="circle5" presStyleLbl="node1" presStyleIdx="4" presStyleCnt="7"/>
      <dgm:spPr/>
    </dgm:pt>
    <dgm:pt modelId="{EDD906D7-B9E8-4AF9-8AB8-D3E39AE0E078}" type="pres">
      <dgm:prSet presAssocID="{E176EA45-6E06-4B58-8259-3CA5382D35A9}" presName="c5text" presStyleLbl="node1" presStyleIdx="4" presStyleCnt="7">
        <dgm:presLayoutVars>
          <dgm:bulletEnabled val="1"/>
        </dgm:presLayoutVars>
      </dgm:prSet>
      <dgm:spPr/>
    </dgm:pt>
    <dgm:pt modelId="{42F6AB0F-3D47-44CA-B7AD-17069C37EE9F}" type="pres">
      <dgm:prSet presAssocID="{E176EA45-6E06-4B58-8259-3CA5382D35A9}" presName="comp6" presStyleCnt="0"/>
      <dgm:spPr/>
    </dgm:pt>
    <dgm:pt modelId="{0AD8735F-3871-42E0-B701-CAF5159A9180}" type="pres">
      <dgm:prSet presAssocID="{E176EA45-6E06-4B58-8259-3CA5382D35A9}" presName="circle6" presStyleLbl="node1" presStyleIdx="5" presStyleCnt="7"/>
      <dgm:spPr/>
    </dgm:pt>
    <dgm:pt modelId="{25033A41-4686-41B5-BAAF-640CC67856B0}" type="pres">
      <dgm:prSet presAssocID="{E176EA45-6E06-4B58-8259-3CA5382D35A9}" presName="c6text" presStyleLbl="node1" presStyleIdx="5" presStyleCnt="7">
        <dgm:presLayoutVars>
          <dgm:bulletEnabled val="1"/>
        </dgm:presLayoutVars>
      </dgm:prSet>
      <dgm:spPr/>
    </dgm:pt>
    <dgm:pt modelId="{FDF40894-CEE0-4F17-BB01-2F9F4CD9F896}" type="pres">
      <dgm:prSet presAssocID="{E176EA45-6E06-4B58-8259-3CA5382D35A9}" presName="comp7" presStyleCnt="0"/>
      <dgm:spPr/>
    </dgm:pt>
    <dgm:pt modelId="{F61A3414-8FE1-4AA5-8405-3A3E564F67F9}" type="pres">
      <dgm:prSet presAssocID="{E176EA45-6E06-4B58-8259-3CA5382D35A9}" presName="circle7" presStyleLbl="node1" presStyleIdx="6" presStyleCnt="7"/>
      <dgm:spPr/>
    </dgm:pt>
    <dgm:pt modelId="{EA66F783-3AA3-4D38-87A3-EBF95E7BD6FD}" type="pres">
      <dgm:prSet presAssocID="{E176EA45-6E06-4B58-8259-3CA5382D35A9}" presName="c7text" presStyleLbl="node1" presStyleIdx="6" presStyleCnt="7">
        <dgm:presLayoutVars>
          <dgm:bulletEnabled val="1"/>
        </dgm:presLayoutVars>
      </dgm:prSet>
      <dgm:spPr/>
    </dgm:pt>
  </dgm:ptLst>
  <dgm:cxnLst>
    <dgm:cxn modelId="{03E1FA08-45B5-4BF6-B26B-C7ECD7BCC0DA}" srcId="{E176EA45-6E06-4B58-8259-3CA5382D35A9}" destId="{F093B05E-EDC8-47A5-AF46-A1E46422044B}" srcOrd="6" destOrd="0" parTransId="{5BB5C6E6-1727-49FC-A625-AEB7E1AF5046}" sibTransId="{4329A307-FB1A-4466-B680-C4B1D78ED3D8}"/>
    <dgm:cxn modelId="{1ED99E0B-7F15-4618-AE80-1D2CB9230CBE}" srcId="{E176EA45-6E06-4B58-8259-3CA5382D35A9}" destId="{564DD35A-5B52-49F1-B6A7-E4970F1B942B}" srcOrd="1" destOrd="0" parTransId="{D2038598-90C0-46C0-A45B-EC6E999437A0}" sibTransId="{3287F03A-C0B2-47D5-B40F-7D8CC45155D3}"/>
    <dgm:cxn modelId="{CF10DE0D-5A4C-44A3-9909-6C28DBE9B9A1}" type="presOf" srcId="{564DD35A-5B52-49F1-B6A7-E4970F1B942B}" destId="{54523362-ED14-4DDD-BE1C-A7D66B7E144A}" srcOrd="1" destOrd="0" presId="urn:microsoft.com/office/officeart/2005/8/layout/venn2"/>
    <dgm:cxn modelId="{0784A318-B028-4B1E-9CDD-DF8FA70739F7}" srcId="{E176EA45-6E06-4B58-8259-3CA5382D35A9}" destId="{03A98DB7-D638-4DFE-8759-17C0F27DF5C8}" srcOrd="0" destOrd="0" parTransId="{72812E9A-2EEB-430F-830E-BB7C3FF7164A}" sibTransId="{D11EE6AE-7CA7-40ED-886F-A2FD1E1BCDB6}"/>
    <dgm:cxn modelId="{63CDA71C-25E3-4320-ADF1-8F155C391FF2}" type="presOf" srcId="{564DD35A-5B52-49F1-B6A7-E4970F1B942B}" destId="{70D18FA3-DEF3-4138-B67C-063CCA2CDAAA}" srcOrd="0" destOrd="0" presId="urn:microsoft.com/office/officeart/2005/8/layout/venn2"/>
    <dgm:cxn modelId="{6754BF5B-A705-4AB5-A382-5CBB652FC73D}" type="presOf" srcId="{188FA29D-3DC3-40C0-8C65-0E8E5C8BC8C7}" destId="{6ABBF570-7031-4423-827E-3E4B0AB1A81C}" srcOrd="0" destOrd="0" presId="urn:microsoft.com/office/officeart/2005/8/layout/venn2"/>
    <dgm:cxn modelId="{C5517A5F-B42C-4071-858A-0E77C9BD38AE}" type="presOf" srcId="{03A98DB7-D638-4DFE-8759-17C0F27DF5C8}" destId="{040BE103-4F38-4F9A-A41C-178E9801D792}" srcOrd="1" destOrd="0" presId="urn:microsoft.com/office/officeart/2005/8/layout/venn2"/>
    <dgm:cxn modelId="{B5A07164-1695-4FB9-8EC0-F68C70B84231}" type="presOf" srcId="{DB0A1E4D-DD66-4BEF-8EA8-AC20978F520A}" destId="{0AD8735F-3871-42E0-B701-CAF5159A9180}" srcOrd="0" destOrd="0" presId="urn:microsoft.com/office/officeart/2005/8/layout/venn2"/>
    <dgm:cxn modelId="{0CFC596C-E73F-4CEF-B91C-EBC6ADB1E48D}" type="presOf" srcId="{9939606B-AB07-4311-8E58-DB41A849941A}" destId="{E33EF7D6-60E6-4784-A984-0F54ABB9FA77}" srcOrd="0" destOrd="0" presId="urn:microsoft.com/office/officeart/2005/8/layout/venn2"/>
    <dgm:cxn modelId="{0BB05D71-9F93-4129-AD70-07ECE3D2885F}" srcId="{E176EA45-6E06-4B58-8259-3CA5382D35A9}" destId="{DB0A1E4D-DD66-4BEF-8EA8-AC20978F520A}" srcOrd="5" destOrd="0" parTransId="{FDC51346-259C-43C3-9830-5D26C7882417}" sibTransId="{9AFA9E5C-DEF6-483A-B941-47319E0E9EE5}"/>
    <dgm:cxn modelId="{6BD01C80-5BB1-444D-A91B-3E8A164E6892}" type="presOf" srcId="{F093B05E-EDC8-47A5-AF46-A1E46422044B}" destId="{EA66F783-3AA3-4D38-87A3-EBF95E7BD6FD}" srcOrd="1" destOrd="0" presId="urn:microsoft.com/office/officeart/2005/8/layout/venn2"/>
    <dgm:cxn modelId="{4337038D-B2CE-4795-BBCF-5BB5502346DA}" srcId="{E176EA45-6E06-4B58-8259-3CA5382D35A9}" destId="{9939606B-AB07-4311-8E58-DB41A849941A}" srcOrd="4" destOrd="0" parTransId="{B5DF20BF-4374-4756-8E92-16D357F39921}" sibTransId="{74A6F0D9-7846-4E67-A723-2865DD65D9FA}"/>
    <dgm:cxn modelId="{B01D7B91-5CEA-4223-81B7-18574065F1E0}" srcId="{E176EA45-6E06-4B58-8259-3CA5382D35A9}" destId="{FA9F30D2-DFAE-42D1-85B6-534CB79FF2F6}" srcOrd="3" destOrd="0" parTransId="{D1C3C0DE-DAD9-49B2-B387-00C70359D159}" sibTransId="{3DB31AFB-DEEB-453A-BBDF-F2D99B545EEE}"/>
    <dgm:cxn modelId="{B978B194-9C4E-4E03-A9F6-7536196E6CD1}" type="presOf" srcId="{188FA29D-3DC3-40C0-8C65-0E8E5C8BC8C7}" destId="{110A6C8C-6A6A-44D3-BDAD-FA6B93D80AF8}" srcOrd="1" destOrd="0" presId="urn:microsoft.com/office/officeart/2005/8/layout/venn2"/>
    <dgm:cxn modelId="{A92ABAAC-6085-4D2D-951C-EAA7EFEAB55A}" srcId="{E176EA45-6E06-4B58-8259-3CA5382D35A9}" destId="{188FA29D-3DC3-40C0-8C65-0E8E5C8BC8C7}" srcOrd="2" destOrd="0" parTransId="{E2F6C20D-C59F-43F5-B93E-2BDB649609AB}" sibTransId="{C1DB72F7-FF6D-4078-9F1C-4D772E7A5F20}"/>
    <dgm:cxn modelId="{B564EFB0-BA1D-4C74-96DB-0C87AB1067B6}" type="presOf" srcId="{03A98DB7-D638-4DFE-8759-17C0F27DF5C8}" destId="{D4A10DC7-EEE2-4F50-A105-56502FD011D6}" srcOrd="0" destOrd="0" presId="urn:microsoft.com/office/officeart/2005/8/layout/venn2"/>
    <dgm:cxn modelId="{D3F04CB4-4A5D-46D5-B091-79296E034E9B}" type="presOf" srcId="{DB0A1E4D-DD66-4BEF-8EA8-AC20978F520A}" destId="{25033A41-4686-41B5-BAAF-640CC67856B0}" srcOrd="1" destOrd="0" presId="urn:microsoft.com/office/officeart/2005/8/layout/venn2"/>
    <dgm:cxn modelId="{508205B8-79E5-4FEF-B16C-CD6E358156C0}" type="presOf" srcId="{FA9F30D2-DFAE-42D1-85B6-534CB79FF2F6}" destId="{15CD5650-BE26-45EC-A7EA-54A2F8107ED6}" srcOrd="1" destOrd="0" presId="urn:microsoft.com/office/officeart/2005/8/layout/venn2"/>
    <dgm:cxn modelId="{6181CDC4-5544-4726-AB11-083B8BA9624B}" type="presOf" srcId="{FA9F30D2-DFAE-42D1-85B6-534CB79FF2F6}" destId="{41650FEE-2BA9-4A78-9300-AA103394F974}" srcOrd="0" destOrd="0" presId="urn:microsoft.com/office/officeart/2005/8/layout/venn2"/>
    <dgm:cxn modelId="{82E41AC7-17D2-4C7C-ABC9-A837566C77B4}" type="presOf" srcId="{E176EA45-6E06-4B58-8259-3CA5382D35A9}" destId="{7E68F254-92CF-49F3-9540-D28B1E8B12AF}" srcOrd="0" destOrd="0" presId="urn:microsoft.com/office/officeart/2005/8/layout/venn2"/>
    <dgm:cxn modelId="{037950CB-C024-48CE-8C86-C684CDAF37C2}" type="presOf" srcId="{F093B05E-EDC8-47A5-AF46-A1E46422044B}" destId="{F61A3414-8FE1-4AA5-8405-3A3E564F67F9}" srcOrd="0" destOrd="0" presId="urn:microsoft.com/office/officeart/2005/8/layout/venn2"/>
    <dgm:cxn modelId="{3BBF03D9-FB51-457C-B05D-A4FD148A687D}" type="presOf" srcId="{9939606B-AB07-4311-8E58-DB41A849941A}" destId="{EDD906D7-B9E8-4AF9-8AB8-D3E39AE0E078}" srcOrd="1" destOrd="0" presId="urn:microsoft.com/office/officeart/2005/8/layout/venn2"/>
    <dgm:cxn modelId="{96EDE2D8-8AC3-45F5-8E63-106D385623DB}" type="presParOf" srcId="{7E68F254-92CF-49F3-9540-D28B1E8B12AF}" destId="{B4A1B4D4-32E3-47F0-BF18-353615E38DA7}" srcOrd="0" destOrd="0" presId="urn:microsoft.com/office/officeart/2005/8/layout/venn2"/>
    <dgm:cxn modelId="{844B5FB2-7D85-4B76-97F0-DA7F60302DD5}" type="presParOf" srcId="{B4A1B4D4-32E3-47F0-BF18-353615E38DA7}" destId="{D4A10DC7-EEE2-4F50-A105-56502FD011D6}" srcOrd="0" destOrd="0" presId="urn:microsoft.com/office/officeart/2005/8/layout/venn2"/>
    <dgm:cxn modelId="{EFC72B89-D3CE-4A96-B116-AE27DF1CBF4D}" type="presParOf" srcId="{B4A1B4D4-32E3-47F0-BF18-353615E38DA7}" destId="{040BE103-4F38-4F9A-A41C-178E9801D792}" srcOrd="1" destOrd="0" presId="urn:microsoft.com/office/officeart/2005/8/layout/venn2"/>
    <dgm:cxn modelId="{F056B804-E682-4275-81FB-5EA53605F7E0}" type="presParOf" srcId="{7E68F254-92CF-49F3-9540-D28B1E8B12AF}" destId="{1E5EFA61-B839-44AA-9895-FB7072BAB8A2}" srcOrd="1" destOrd="0" presId="urn:microsoft.com/office/officeart/2005/8/layout/venn2"/>
    <dgm:cxn modelId="{BCDA95FE-606C-41B7-8D88-A1273037FBD0}" type="presParOf" srcId="{1E5EFA61-B839-44AA-9895-FB7072BAB8A2}" destId="{70D18FA3-DEF3-4138-B67C-063CCA2CDAAA}" srcOrd="0" destOrd="0" presId="urn:microsoft.com/office/officeart/2005/8/layout/venn2"/>
    <dgm:cxn modelId="{3BB8872B-AFFD-48EA-9123-9F0EAA59ED26}" type="presParOf" srcId="{1E5EFA61-B839-44AA-9895-FB7072BAB8A2}" destId="{54523362-ED14-4DDD-BE1C-A7D66B7E144A}" srcOrd="1" destOrd="0" presId="urn:microsoft.com/office/officeart/2005/8/layout/venn2"/>
    <dgm:cxn modelId="{1458DC83-8EF3-41F5-8A36-82BA770BC4C2}" type="presParOf" srcId="{7E68F254-92CF-49F3-9540-D28B1E8B12AF}" destId="{452C65A4-A2A1-48CA-90D3-E23BE05CED8A}" srcOrd="2" destOrd="0" presId="urn:microsoft.com/office/officeart/2005/8/layout/venn2"/>
    <dgm:cxn modelId="{07D0D359-917F-4EF8-B007-E953BDB74613}" type="presParOf" srcId="{452C65A4-A2A1-48CA-90D3-E23BE05CED8A}" destId="{6ABBF570-7031-4423-827E-3E4B0AB1A81C}" srcOrd="0" destOrd="0" presId="urn:microsoft.com/office/officeart/2005/8/layout/venn2"/>
    <dgm:cxn modelId="{943F746F-D9BE-4BDA-B1B8-DB4C376179F3}" type="presParOf" srcId="{452C65A4-A2A1-48CA-90D3-E23BE05CED8A}" destId="{110A6C8C-6A6A-44D3-BDAD-FA6B93D80AF8}" srcOrd="1" destOrd="0" presId="urn:microsoft.com/office/officeart/2005/8/layout/venn2"/>
    <dgm:cxn modelId="{DC7E67CA-E8EF-4BBE-B429-D9EB333806E3}" type="presParOf" srcId="{7E68F254-92CF-49F3-9540-D28B1E8B12AF}" destId="{6C970FA5-775D-40DD-8530-E2E45E230A3E}" srcOrd="3" destOrd="0" presId="urn:microsoft.com/office/officeart/2005/8/layout/venn2"/>
    <dgm:cxn modelId="{E8823547-F65E-416A-8A83-6E0F04471B01}" type="presParOf" srcId="{6C970FA5-775D-40DD-8530-E2E45E230A3E}" destId="{41650FEE-2BA9-4A78-9300-AA103394F974}" srcOrd="0" destOrd="0" presId="urn:microsoft.com/office/officeart/2005/8/layout/venn2"/>
    <dgm:cxn modelId="{CE856E2F-F659-441E-AC6E-5B3ADF4AD8D7}" type="presParOf" srcId="{6C970FA5-775D-40DD-8530-E2E45E230A3E}" destId="{15CD5650-BE26-45EC-A7EA-54A2F8107ED6}" srcOrd="1" destOrd="0" presId="urn:microsoft.com/office/officeart/2005/8/layout/venn2"/>
    <dgm:cxn modelId="{0C1AFC54-3922-4C91-910A-CD70C7658901}" type="presParOf" srcId="{7E68F254-92CF-49F3-9540-D28B1E8B12AF}" destId="{B1497B54-9770-48B8-9544-8EBCA0C77809}" srcOrd="4" destOrd="0" presId="urn:microsoft.com/office/officeart/2005/8/layout/venn2"/>
    <dgm:cxn modelId="{910DE066-6A78-4FD0-8B3C-67677A17A178}" type="presParOf" srcId="{B1497B54-9770-48B8-9544-8EBCA0C77809}" destId="{E33EF7D6-60E6-4784-A984-0F54ABB9FA77}" srcOrd="0" destOrd="0" presId="urn:microsoft.com/office/officeart/2005/8/layout/venn2"/>
    <dgm:cxn modelId="{6F637442-32F8-472E-A649-B671EE874E47}" type="presParOf" srcId="{B1497B54-9770-48B8-9544-8EBCA0C77809}" destId="{EDD906D7-B9E8-4AF9-8AB8-D3E39AE0E078}" srcOrd="1" destOrd="0" presId="urn:microsoft.com/office/officeart/2005/8/layout/venn2"/>
    <dgm:cxn modelId="{24BFE017-3881-4FD4-9003-35FB6CEE3948}" type="presParOf" srcId="{7E68F254-92CF-49F3-9540-D28B1E8B12AF}" destId="{42F6AB0F-3D47-44CA-B7AD-17069C37EE9F}" srcOrd="5" destOrd="0" presId="urn:microsoft.com/office/officeart/2005/8/layout/venn2"/>
    <dgm:cxn modelId="{00F272DE-6AE2-46E6-A152-41997178BC4D}" type="presParOf" srcId="{42F6AB0F-3D47-44CA-B7AD-17069C37EE9F}" destId="{0AD8735F-3871-42E0-B701-CAF5159A9180}" srcOrd="0" destOrd="0" presId="urn:microsoft.com/office/officeart/2005/8/layout/venn2"/>
    <dgm:cxn modelId="{D0FA6107-4267-457A-8B90-86D57275CAF2}" type="presParOf" srcId="{42F6AB0F-3D47-44CA-B7AD-17069C37EE9F}" destId="{25033A41-4686-41B5-BAAF-640CC67856B0}" srcOrd="1" destOrd="0" presId="urn:microsoft.com/office/officeart/2005/8/layout/venn2"/>
    <dgm:cxn modelId="{FCD8CAA2-1E68-4BD5-AAB6-B2023374F127}" type="presParOf" srcId="{7E68F254-92CF-49F3-9540-D28B1E8B12AF}" destId="{FDF40894-CEE0-4F17-BB01-2F9F4CD9F896}" srcOrd="6" destOrd="0" presId="urn:microsoft.com/office/officeart/2005/8/layout/venn2"/>
    <dgm:cxn modelId="{82B13FC8-8A61-4FE2-9DAA-6AAD261C4674}" type="presParOf" srcId="{FDF40894-CEE0-4F17-BB01-2F9F4CD9F896}" destId="{F61A3414-8FE1-4AA5-8405-3A3E564F67F9}" srcOrd="0" destOrd="0" presId="urn:microsoft.com/office/officeart/2005/8/layout/venn2"/>
    <dgm:cxn modelId="{B94D7028-7B6E-4F53-A976-0486774F60D9}" type="presParOf" srcId="{FDF40894-CEE0-4F17-BB01-2F9F4CD9F896}" destId="{EA66F783-3AA3-4D38-87A3-EBF95E7BD6FD}" srcOrd="1" destOrd="0" presId="urn:microsoft.com/office/officeart/2005/8/layout/venn2"/>
  </dgm:cxnLst>
  <dgm:bg>
    <a:noFill/>
  </dgm:bg>
  <dgm:whole>
    <a:ln w="127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10DC7-EEE2-4F50-A105-56502FD011D6}">
      <dsp:nvSpPr>
        <dsp:cNvPr id="0" name=""/>
        <dsp:cNvSpPr/>
      </dsp:nvSpPr>
      <dsp:spPr>
        <a:xfrm>
          <a:off x="1696824" y="0"/>
          <a:ext cx="5542961" cy="5542961"/>
        </a:xfrm>
        <a:prstGeom prst="ellipse">
          <a:avLst/>
        </a:prstGeom>
        <a:solidFill>
          <a:schemeClr val="lt1"/>
        </a:solidFill>
        <a:ln w="190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latin typeface="Segoe UI" panose="020B0502040204020203" pitchFamily="34" charset="0"/>
              <a:cs typeface="Segoe UI" panose="020B0502040204020203" pitchFamily="34" charset="0"/>
            </a:rPr>
            <a:t>Physical security</a:t>
          </a:r>
        </a:p>
      </dsp:txBody>
      <dsp:txXfrm>
        <a:off x="3428999" y="277148"/>
        <a:ext cx="2078610" cy="554296"/>
      </dsp:txXfrm>
    </dsp:sp>
    <dsp:sp modelId="{70D18FA3-DEF3-4138-B67C-063CCA2CDAAA}">
      <dsp:nvSpPr>
        <dsp:cNvPr id="0" name=""/>
        <dsp:cNvSpPr/>
      </dsp:nvSpPr>
      <dsp:spPr>
        <a:xfrm>
          <a:off x="2112546" y="831444"/>
          <a:ext cx="4711516" cy="4711516"/>
        </a:xfrm>
        <a:prstGeom prst="ellipse">
          <a:avLst/>
        </a:prstGeom>
        <a:solidFill>
          <a:schemeClr val="lt1"/>
        </a:solidFill>
        <a:ln w="28575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latin typeface="Segoe UI" panose="020B0502040204020203" pitchFamily="34" charset="0"/>
              <a:cs typeface="Segoe UI" panose="020B0502040204020203" pitchFamily="34" charset="0"/>
            </a:rPr>
            <a:t>Identity and Access Management</a:t>
          </a:r>
        </a:p>
      </dsp:txBody>
      <dsp:txXfrm>
        <a:off x="3452383" y="1102356"/>
        <a:ext cx="2031841" cy="541824"/>
      </dsp:txXfrm>
    </dsp:sp>
    <dsp:sp modelId="{6ABBF570-7031-4423-827E-3E4B0AB1A81C}">
      <dsp:nvSpPr>
        <dsp:cNvPr id="0" name=""/>
        <dsp:cNvSpPr/>
      </dsp:nvSpPr>
      <dsp:spPr>
        <a:xfrm>
          <a:off x="2528268" y="1662888"/>
          <a:ext cx="3880072" cy="3880072"/>
        </a:xfrm>
        <a:prstGeom prst="ellipse">
          <a:avLst/>
        </a:prstGeom>
        <a:solidFill>
          <a:schemeClr val="lt1"/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latin typeface="Segoe UI" panose="020B0502040204020203" pitchFamily="34" charset="0"/>
              <a:cs typeface="Segoe UI" panose="020B0502040204020203" pitchFamily="34" charset="0"/>
            </a:rPr>
            <a:t>Perimeter security</a:t>
          </a:r>
        </a:p>
      </dsp:txBody>
      <dsp:txXfrm>
        <a:off x="3464335" y="1930613"/>
        <a:ext cx="2007937" cy="535450"/>
      </dsp:txXfrm>
    </dsp:sp>
    <dsp:sp modelId="{41650FEE-2BA9-4A78-9300-AA103394F974}">
      <dsp:nvSpPr>
        <dsp:cNvPr id="0" name=""/>
        <dsp:cNvSpPr/>
      </dsp:nvSpPr>
      <dsp:spPr>
        <a:xfrm>
          <a:off x="2943990" y="2494332"/>
          <a:ext cx="3048628" cy="3048628"/>
        </a:xfrm>
        <a:prstGeom prst="ellipse">
          <a:avLst/>
        </a:prstGeom>
        <a:solidFill>
          <a:schemeClr val="lt1"/>
        </a:solidFill>
        <a:ln w="1905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latin typeface="Segoe UI" panose="020B0502040204020203" pitchFamily="34" charset="0"/>
              <a:cs typeface="Segoe UI" panose="020B0502040204020203" pitchFamily="34" charset="0"/>
            </a:rPr>
            <a:t>Network Security </a:t>
          </a:r>
        </a:p>
      </dsp:txBody>
      <dsp:txXfrm>
        <a:off x="3645174" y="2768709"/>
        <a:ext cx="1646259" cy="548753"/>
      </dsp:txXfrm>
    </dsp:sp>
    <dsp:sp modelId="{E33EF7D6-60E6-4784-A984-0F54ABB9FA77}">
      <dsp:nvSpPr>
        <dsp:cNvPr id="0" name=""/>
        <dsp:cNvSpPr/>
      </dsp:nvSpPr>
      <dsp:spPr>
        <a:xfrm>
          <a:off x="3359712" y="3325776"/>
          <a:ext cx="2217184" cy="2217184"/>
        </a:xfrm>
        <a:prstGeom prst="ellipse">
          <a:avLst/>
        </a:prstGeom>
        <a:solidFill>
          <a:schemeClr val="lt1"/>
        </a:solidFill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latin typeface="Segoe UI" panose="020B0502040204020203" pitchFamily="34" charset="0"/>
              <a:cs typeface="Segoe UI" panose="020B0502040204020203" pitchFamily="34" charset="0"/>
            </a:rPr>
            <a:t>Endpoint Security</a:t>
          </a:r>
        </a:p>
      </dsp:txBody>
      <dsp:txXfrm>
        <a:off x="3747719" y="3602924"/>
        <a:ext cx="1441169" cy="554296"/>
      </dsp:txXfrm>
    </dsp:sp>
    <dsp:sp modelId="{0AD8735F-3871-42E0-B701-CAF5159A9180}">
      <dsp:nvSpPr>
        <dsp:cNvPr id="0" name=""/>
        <dsp:cNvSpPr/>
      </dsp:nvSpPr>
      <dsp:spPr>
        <a:xfrm>
          <a:off x="3775434" y="4157220"/>
          <a:ext cx="1385740" cy="1385740"/>
        </a:xfrm>
        <a:prstGeom prst="ellipse">
          <a:avLst/>
        </a:prstGeom>
        <a:solidFill>
          <a:schemeClr val="lt1"/>
        </a:solidFill>
        <a:ln w="1905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latin typeface="Segoe UI" panose="020B0502040204020203" pitchFamily="34" charset="0"/>
              <a:cs typeface="Segoe UI" panose="020B0502040204020203" pitchFamily="34" charset="0"/>
            </a:rPr>
            <a:t>Application Security</a:t>
          </a:r>
        </a:p>
      </dsp:txBody>
      <dsp:txXfrm>
        <a:off x="3997152" y="4364388"/>
        <a:ext cx="942303" cy="333963"/>
      </dsp:txXfrm>
    </dsp:sp>
    <dsp:sp modelId="{F61A3414-8FE1-4AA5-8405-3A3E564F67F9}">
      <dsp:nvSpPr>
        <dsp:cNvPr id="0" name=""/>
        <dsp:cNvSpPr/>
      </dsp:nvSpPr>
      <dsp:spPr>
        <a:xfrm>
          <a:off x="4052582" y="4711516"/>
          <a:ext cx="831444" cy="831444"/>
        </a:xfrm>
        <a:prstGeom prst="ellipse">
          <a:avLst/>
        </a:prstGeom>
        <a:solidFill>
          <a:schemeClr val="lt1"/>
        </a:solidFill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>
              <a:latin typeface="Segoe UI" panose="020B0502040204020203" pitchFamily="34" charset="0"/>
              <a:cs typeface="Segoe UI" panose="020B0502040204020203" pitchFamily="34" charset="0"/>
            </a:rPr>
            <a:t>Data Security</a:t>
          </a:r>
        </a:p>
      </dsp:txBody>
      <dsp:txXfrm>
        <a:off x="4174344" y="4919377"/>
        <a:ext cx="587919" cy="4157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C4CC-A688-7E90-4679-C935B1536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A812D-16E0-34B3-3D6D-CDF23D3C1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7341D-FAEC-B9FD-4424-BC903DE8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6E016-A08E-7CE3-6739-478808B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D5A05-9710-4845-2586-2591A8A4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6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01E3-5BB3-BABB-6616-B7F137F4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D25D-7F49-B62E-0F05-1D3BF02D2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E7400-80E2-EEC0-4CE2-871401C9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EBB4F-9B61-5428-BC86-AFF5F4FD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9808F-9371-5B8F-125C-7B003F1D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67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1BACB-1576-35A4-7B50-B5EA710C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BDA59-6540-0F0E-2D85-8DE06AB2F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C0D90-0766-A220-A3CB-42382FC2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AD618-7844-6763-E181-AAD77C5EB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1F5E9-3EC4-F2E6-45F5-7185E743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93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2DC2-349A-08D8-98A0-A4946BE09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53B7-E90B-6150-5B1D-310BEDAA6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4B007-4A77-EB6B-8516-90E0E0B0E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ACA6E-0E1E-B6C9-E949-6B05E44D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694BC-E0CE-FED9-6541-563CB778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DF967-1AAF-6DA2-CC26-082FE1C0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91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19A14-28A3-AC7F-677E-233397854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FA2BF-FBCC-9B7E-DCB0-C705F984D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AE86F-245A-AFD2-9DBE-5330872C7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6F6D3-61E5-2B83-AA80-CF3BFCCC0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9BFAA-06B3-43EB-5231-174722E503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2BF8F-536E-4FDA-BA74-A89A900E7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2821D3-22D2-8B85-F413-1BFBACE5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FF1B61-1763-6745-95FD-481007A4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30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06D9-5958-4FB3-76DF-7AA4678A8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04DE4C-64A4-3CCF-B74D-41B981D2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EF326-3B18-8A87-0F30-9B1B7773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389A5-D8F0-8FE7-AD0C-CD3A8752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66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2EEC9-79BC-EC44-D282-9551912E2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C8878-8A8E-8CBF-157B-B6373E1C0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35482-BBED-96CC-0EA1-6BF37E8B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22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9BBC-9BA7-9CC4-8AD9-E5A394094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32269-4DB7-61E7-22DA-D14A11758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C4086-C5AB-19C1-F392-0D0A76ECF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94265-E685-021A-1D8D-100F1D0E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AC892-2628-4DDB-4B7C-6CCCB8A6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8887B-BFD3-6866-2839-96B89346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81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1849-FB2E-F11D-5C1A-8AF3E595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3848B-5B94-4D3E-B1A7-D3706A852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C001D-1CE0-E26A-7BC4-B50E96718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4FC3C-0DA9-1A9C-6EA7-896D5AA6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CEC9E-B83B-5155-C710-BB916BD5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2CF49-22A1-5CEB-6E1D-6D7698E7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75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CD3B-9F0D-ADBB-B3C0-142BF01A3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D7C5A-5B9B-605D-B07D-EE161092A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14E1-A302-8BEF-542D-74D229C5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26F05-10E7-9812-AE94-51DE4AB7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034A5-58A9-A301-6C95-0976578F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2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5F64F-1D23-8D8E-401A-2D0E3F022B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46D52-A9F0-BF8B-021C-FD5C8F0E1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A26DE-0AD4-855D-EBC8-935B4D2CA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E1299-E108-66D0-3917-CDE36AA39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0077A-1FCD-9EAD-E4FC-26F6B283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62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D0E434-7969-587C-F095-69CAE86D8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AABFE-C47B-6321-55E8-4CB17DDE6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1548C-C371-DFA3-0B84-399E87AFB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DDF17-8F2F-497A-A044-17F28078EDBC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9A585-977E-D42A-7284-A4F25C27D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8179E-F8B6-857A-944F-AA689922F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E1F6C-6FC4-4194-A04E-79A4AFB85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80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AB03-892C-F015-1CA7-D2E4BBC16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Cloud Security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62EBA-1D1C-2E2B-FE85-DE06098AEC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606256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B4198-9577-843F-C0E4-11C231C5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sz="18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94C72-C3A6-8C78-EA99-7DD07BA6C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1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43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528662-1383-F847-E968-AD78E5523A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48034" y="923826"/>
          <a:ext cx="8936609" cy="5542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DB1748-327D-D73B-3AF4-8E4EEAA854EB}"/>
              </a:ext>
            </a:extLst>
          </p:cNvPr>
          <p:cNvSpPr txBox="1"/>
          <p:nvPr/>
        </p:nvSpPr>
        <p:spPr>
          <a:xfrm>
            <a:off x="8927182" y="1498862"/>
            <a:ext cx="123976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400" b="1" dirty="0"/>
              <a:t>Azure Firewall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9C1208-C61E-AB01-C509-A1E4C2010171}"/>
              </a:ext>
            </a:extLst>
          </p:cNvPr>
          <p:cNvCxnSpPr>
            <a:cxnSpLocks/>
          </p:cNvCxnSpPr>
          <p:nvPr/>
        </p:nvCxnSpPr>
        <p:spPr>
          <a:xfrm flipH="1">
            <a:off x="6702458" y="1652750"/>
            <a:ext cx="2224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EA53EF5-5D5F-7062-F8A0-956F1412E2B8}"/>
              </a:ext>
            </a:extLst>
          </p:cNvPr>
          <p:cNvSpPr txBox="1"/>
          <p:nvPr/>
        </p:nvSpPr>
        <p:spPr>
          <a:xfrm>
            <a:off x="243194" y="1297233"/>
            <a:ext cx="275924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Identity and Access Management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CC1683-9F1D-0E3C-FF49-91F1EF99E2F5}"/>
              </a:ext>
            </a:extLst>
          </p:cNvPr>
          <p:cNvCxnSpPr>
            <a:cxnSpLocks/>
          </p:cNvCxnSpPr>
          <p:nvPr/>
        </p:nvCxnSpPr>
        <p:spPr>
          <a:xfrm>
            <a:off x="2957206" y="1498862"/>
            <a:ext cx="2200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A765807-5445-A838-B9AB-63792CE70E01}"/>
              </a:ext>
            </a:extLst>
          </p:cNvPr>
          <p:cNvSpPr txBox="1"/>
          <p:nvPr/>
        </p:nvSpPr>
        <p:spPr>
          <a:xfrm>
            <a:off x="751635" y="3121223"/>
            <a:ext cx="146213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DDoS Protection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9E7D17-0194-E948-81CD-655DCD22C103}"/>
              </a:ext>
            </a:extLst>
          </p:cNvPr>
          <p:cNvCxnSpPr>
            <a:cxnSpLocks/>
          </p:cNvCxnSpPr>
          <p:nvPr/>
        </p:nvCxnSpPr>
        <p:spPr>
          <a:xfrm>
            <a:off x="2189282" y="3275030"/>
            <a:ext cx="2581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6025F6-390C-CB9D-F583-5ED456C9FB1A}"/>
              </a:ext>
            </a:extLst>
          </p:cNvPr>
          <p:cNvSpPr txBox="1"/>
          <p:nvPr/>
        </p:nvSpPr>
        <p:spPr>
          <a:xfrm>
            <a:off x="8927182" y="1792170"/>
            <a:ext cx="1092607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400" b="1" dirty="0"/>
              <a:t>Azure Policy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59AD20A-4B3F-89CD-E95E-BE5CB273E63D}"/>
              </a:ext>
            </a:extLst>
          </p:cNvPr>
          <p:cNvCxnSpPr>
            <a:cxnSpLocks/>
          </p:cNvCxnSpPr>
          <p:nvPr/>
        </p:nvCxnSpPr>
        <p:spPr>
          <a:xfrm flipH="1">
            <a:off x="6702458" y="1946058"/>
            <a:ext cx="2224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2D843AF-BC06-A6DD-B1E3-617281FD41DB}"/>
              </a:ext>
            </a:extLst>
          </p:cNvPr>
          <p:cNvSpPr txBox="1"/>
          <p:nvPr/>
        </p:nvSpPr>
        <p:spPr>
          <a:xfrm>
            <a:off x="188536" y="3753357"/>
            <a:ext cx="275924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Network Micro-segmentation with Virtual network and Subnets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C1E88F-35B4-5F89-73BC-FC2083F23897}"/>
              </a:ext>
            </a:extLst>
          </p:cNvPr>
          <p:cNvCxnSpPr>
            <a:cxnSpLocks/>
          </p:cNvCxnSpPr>
          <p:nvPr/>
        </p:nvCxnSpPr>
        <p:spPr>
          <a:xfrm>
            <a:off x="2868296" y="3907246"/>
            <a:ext cx="2083390" cy="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71EAF41-B17F-696A-8BA1-AFC114ACC7A4}"/>
              </a:ext>
            </a:extLst>
          </p:cNvPr>
          <p:cNvSpPr txBox="1"/>
          <p:nvPr/>
        </p:nvSpPr>
        <p:spPr>
          <a:xfrm>
            <a:off x="8870555" y="4079166"/>
            <a:ext cx="205120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400" b="1" dirty="0"/>
              <a:t>Network Security Groups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2508046-DF24-D245-02B8-B10979D2E1C1}"/>
              </a:ext>
            </a:extLst>
          </p:cNvPr>
          <p:cNvCxnSpPr>
            <a:cxnSpLocks/>
          </p:cNvCxnSpPr>
          <p:nvPr/>
        </p:nvCxnSpPr>
        <p:spPr>
          <a:xfrm flipH="1">
            <a:off x="6645831" y="4233054"/>
            <a:ext cx="2224724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87A6F21-0302-6247-9CF1-29E44C0B2F00}"/>
              </a:ext>
            </a:extLst>
          </p:cNvPr>
          <p:cNvSpPr txBox="1"/>
          <p:nvPr/>
        </p:nvSpPr>
        <p:spPr>
          <a:xfrm>
            <a:off x="8776287" y="3633044"/>
            <a:ext cx="360378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Resource Firewalls on KV, DB, and Storage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32492C-46C5-64AE-40C5-F7D01E07E481}"/>
              </a:ext>
            </a:extLst>
          </p:cNvPr>
          <p:cNvCxnSpPr>
            <a:cxnSpLocks/>
          </p:cNvCxnSpPr>
          <p:nvPr/>
        </p:nvCxnSpPr>
        <p:spPr>
          <a:xfrm flipH="1">
            <a:off x="6551564" y="3786932"/>
            <a:ext cx="2224724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00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9" grpId="0"/>
      <p:bldP spid="24" grpId="0"/>
      <p:bldP spid="26" grpId="0"/>
      <p:bldP spid="28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3EF5D-574F-DD12-C7BA-C38E97B2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07E60-E767-44F2-016B-506A7C6A5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123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Symbol</vt:lpstr>
      <vt:lpstr>Office Theme</vt:lpstr>
      <vt:lpstr>Cloud Security Framework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sandeep j0352</cp:lastModifiedBy>
  <cp:revision>1</cp:revision>
  <dcterms:created xsi:type="dcterms:W3CDTF">2025-03-06T11:16:26Z</dcterms:created>
  <dcterms:modified xsi:type="dcterms:W3CDTF">2025-03-07T15:30:46Z</dcterms:modified>
</cp:coreProperties>
</file>