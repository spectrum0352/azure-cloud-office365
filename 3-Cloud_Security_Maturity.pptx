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Security Maturity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Evolution of cloud security from early challenges to modern advancements.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Challenges in Cloud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Lack of visibility</a:t>
            </a:r>
          </a:p>
          <a:p>
            <a:r>
              <a:t>• Weak authentication mechanisms</a:t>
            </a:r>
          </a:p>
          <a:p>
            <a:r>
              <a:t>• Compliance concerns</a:t>
            </a:r>
          </a:p>
          <a:p>
            <a:r>
              <a:t>• Data breaches &amp; misconfigurations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Security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Shared Responsibility Model</a:t>
            </a:r>
          </a:p>
          <a:p>
            <a:r>
              <a:t>• Zero Trust Architecture</a:t>
            </a:r>
          </a:p>
          <a:p>
            <a:r>
              <a:t>• Identity-based security</a:t>
            </a:r>
          </a:p>
          <a:p>
            <a:r>
              <a:t>• Continuous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Advancements in Cloud Security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SIEM &amp; XDR solutions</a:t>
            </a:r>
          </a:p>
          <a:p>
            <a:r>
              <a:t>• AI &amp; ML for threat detection</a:t>
            </a:r>
          </a:p>
          <a:p>
            <a:r>
              <a:t>• Automated compliance &amp; policy enforcement</a:t>
            </a:r>
          </a:p>
          <a:p>
            <a:r>
              <a:t>• Secure Access Service Edge (SASE)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Cloud Security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Azure Security Center → Microsoft Defender for Cloud</a:t>
            </a:r>
          </a:p>
          <a:p>
            <a:r>
              <a:t>• Azure Sentinel for SIEM &amp; SOAR</a:t>
            </a:r>
          </a:p>
          <a:p>
            <a:r>
              <a:t>• Azure Policy &amp; Compliance tools</a:t>
            </a:r>
          </a:p>
          <a:p>
            <a:r>
              <a:t>• Defender for Identity &amp; Endpoint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Trends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Quantum-safe cryptography</a:t>
            </a:r>
          </a:p>
          <a:p>
            <a:r>
              <a:t>• Secure multi-cloud strategies</a:t>
            </a:r>
          </a:p>
          <a:p>
            <a:r>
              <a:t>• AI-driven automated security responses</a:t>
            </a:r>
          </a:p>
          <a:p>
            <a:r>
              <a:t>• Evolving regulatory landscape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security has matured significantly with AI, automation, and advanced threat detection leading the 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